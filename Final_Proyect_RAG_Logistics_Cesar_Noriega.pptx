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AD0E-744D-C549-7B13-CBFED280F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35405-6292-6A12-4126-2A7F518D2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28152-4380-BBBC-9D09-9C47F9BC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B8E77-3BF0-1609-A665-F18A2B30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B3729-3CC3-55B9-FCBB-737835D2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2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A309-2535-1CE0-79AD-EAF2B963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21F13-2FD5-8E3A-D21B-2A4313AD7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1BA2A-7F50-2F5B-1085-45A5E57B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299F3-FABB-5560-E7B3-31F70CF51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CF52F-3AB7-A60C-31CD-0B7B183A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0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0B57-94AB-1E4E-8652-1883D376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92435-FD4F-133D-7308-2C65A0F1E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2CA1E-DF3A-96BA-E366-882277CF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C85AE-E718-C734-3BA9-E5F27B18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33236-D75A-3FBD-2795-DE478EF7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0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077F-B6B2-0B52-553B-E6740756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5729E-CDC0-7A0E-A561-F9B0BAFB3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A82B9-921A-999F-A649-41C936F03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28D1A-4FC7-C50E-125A-A53F9AC6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7F5ED-4DE5-E3DC-F491-615E9FFB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EC4A2-D18C-074F-8F10-521BFFD5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8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0CF5-9E4A-AFD6-E6D4-AE0964471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86CDF-BBDD-CAB8-9AA4-1C5F4D13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173EB-8469-CCFB-2F1E-43AE4E5D5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EE770-7608-6B03-9ECF-010C39884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C0F26-7C51-337F-FB6A-F33BFAC8D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6DB00-7074-FEAB-6AE8-8FE6C97D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799BE-E269-7A14-567A-3A3215A4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34005A-289D-6215-ECE2-72A069B1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6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BDE4-D391-27D5-6906-CC7DDFB2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B4FC9-2F11-2246-DBA6-7AB40E2B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0A6C5-2EBE-E671-B70D-68FCE72D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85D1E-B4CE-4DE9-CF4E-5A4EB15E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7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DAC66-516C-C804-9D79-4A80AF96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4744A7-6C4F-CB2D-B8B5-52B8F835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7003D-E622-CCDA-FCBF-61165040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5ADE-5C5D-DCAB-0330-E0DE86E77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ABB7-A6C4-317B-EB8B-42588A1FD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36E59-3E56-80EC-9C7A-1A3487FF8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5F71C-A1CB-4676-2608-13CA8789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97362-592B-5D3F-130D-53836E5A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6193F-AA64-B078-6E9A-6F90BA3D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4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E809-E03E-46AC-B455-07DCD564E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2BA8CE-FB09-302B-AF15-799AA2715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002BB-AA34-29C6-6348-3A2B6633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021D6-2D33-9BE3-D0CB-AB97EDE0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08F21-411A-F71F-A246-C5815DB0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BAD8D-FDCE-92CD-09D4-D8EE3EBC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88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4774-A35B-6F7E-DE3F-D584912B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2E8E1-C453-51B6-CA8E-81C4F2912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2E6A2-82AE-1987-AC5F-0D1296408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A21FB-4C6A-0DD5-F616-118DAE17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0C217-CF45-6CF1-238C-E5EE5D9F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2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072F36-C589-3DA3-E26F-F73988BE5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A5A54-E3A3-82D5-AC32-0F81D9063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2A4CB-6435-6C79-9FEE-DB7D28CA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18B3A-1502-3D69-14D5-B951CB738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8EDD8-4CFE-4CDB-AC5A-7A463855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8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E749BD-5E59-4D5D-6396-D2ADF746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8B9F2-AEA7-8503-61DF-88405C532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6FB2F-2F6F-926E-73DC-0399BBFBF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A9DD8-43D4-4ED3-AF13-56A79E46A8A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7517B-044F-052D-1B4D-143445D70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17B30-92F5-A0D4-3FD2-54372BDF3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C53CF-4A90-4707-87F1-1478905E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3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0951E-D92A-672A-8976-CEB5088CE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Assistant for Industrial Manuals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CC9EE9-7D32-83BF-4786-81B0B7526C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Problem: Searching technical manuals is slow and inefficient.</a:t>
            </a:r>
          </a:p>
          <a:p>
            <a:r>
              <a:rPr lang="en-US" dirty="0"/>
              <a:t>Solution: An AI system that answers questions using Blucher manuals.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3DCD13-4543-D048-2887-392CE7E4B7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4027" y="1825625"/>
            <a:ext cx="4017946" cy="4351338"/>
          </a:xfrm>
        </p:spPr>
      </p:pic>
    </p:spTree>
    <p:extLst>
      <p:ext uri="{BB962C8B-B14F-4D97-AF65-F5344CB8AC3E}">
        <p14:creationId xmlns:p14="http://schemas.microsoft.com/office/powerpoint/2010/main" val="418729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7B45B7-0DEA-4C8D-FAB4-8F5F0FAE0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FB78F7-FB05-34FD-FE77-39FF0187DF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Tools Used:</a:t>
            </a:r>
          </a:p>
          <a:p>
            <a:r>
              <a:rPr lang="en-US" dirty="0"/>
              <a:t> </a:t>
            </a:r>
            <a:r>
              <a:rPr lang="en-US" dirty="0" err="1"/>
              <a:t>LangChain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ChromaDB</a:t>
            </a:r>
            <a:endParaRPr lang="en-US" dirty="0"/>
          </a:p>
          <a:p>
            <a:r>
              <a:rPr lang="en-US" dirty="0"/>
              <a:t> OpenAI (GPT)</a:t>
            </a:r>
          </a:p>
          <a:p>
            <a:r>
              <a:rPr lang="en-US" dirty="0"/>
              <a:t> RAG </a:t>
            </a:r>
            <a:r>
              <a:rPr lang="en-US" dirty="0" err="1"/>
              <a:t>systemProcess</a:t>
            </a:r>
            <a:r>
              <a:rPr lang="en-US" dirty="0"/>
              <a:t>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PDF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Text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Embeddings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Vector DB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AI Response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C12D56-E1B6-FAC2-54F5-4F1CB82960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4820" y="1825625"/>
            <a:ext cx="3996360" cy="4351338"/>
          </a:xfrm>
        </p:spPr>
      </p:pic>
    </p:spTree>
    <p:extLst>
      <p:ext uri="{BB962C8B-B14F-4D97-AF65-F5344CB8AC3E}">
        <p14:creationId xmlns:p14="http://schemas.microsoft.com/office/powerpoint/2010/main" val="451321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64537F-743B-5139-D92A-092E7405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in Action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13954A-B659-E909-A455-A7609DA6D4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06846"/>
            <a:ext cx="5181600" cy="3588895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DD5C48E-42BA-73CE-B1C6-8FDEBF468C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685601"/>
            <a:ext cx="5181600" cy="2631386"/>
          </a:xfrm>
        </p:spPr>
      </p:pic>
    </p:spTree>
    <p:extLst>
      <p:ext uri="{BB962C8B-B14F-4D97-AF65-F5344CB8AC3E}">
        <p14:creationId xmlns:p14="http://schemas.microsoft.com/office/powerpoint/2010/main" val="424858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AI Assistant for Industrial Manuals</vt:lpstr>
      <vt:lpstr>System Architecture</vt:lpstr>
      <vt:lpstr>AI in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cesarantonio.noriegamartinez-W214156913</dc:creator>
  <cp:lastModifiedBy>cesarantonio.noriegamartinez-W214156913</cp:lastModifiedBy>
  <cp:revision>1</cp:revision>
  <dcterms:created xsi:type="dcterms:W3CDTF">2026-05-02T16:53:01Z</dcterms:created>
  <dcterms:modified xsi:type="dcterms:W3CDTF">2026-05-02T17:07:12Z</dcterms:modified>
</cp:coreProperties>
</file>